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9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8" r:id="rId13"/>
    <p:sldId id="267" r:id="rId14"/>
  </p:sldIdLst>
  <p:sldSz cx="12192000" cy="6858000"/>
  <p:notesSz cx="6858000" cy="9144000"/>
  <p:defaultTextStyle>
    <a:defPPr>
      <a:defRPr lang="pt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9" d="100"/>
          <a:sy n="79" d="100"/>
        </p:scale>
        <p:origin x="101" y="11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5_2">
  <dgm:title val=""/>
  <dgm:desc val=""/>
  <dgm:catLst>
    <dgm:cat type="accent5" pri="11200"/>
  </dgm:catLst>
  <dgm:styleLbl name="node0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5"/>
    </dgm:fillClrLst>
    <dgm:linClrLst meth="repeat">
      <a:schemeClr val="accent5"/>
    </dgm:linClrLst>
    <dgm:effectClrLst/>
    <dgm:txLinClrLst/>
    <dgm:txFillClrLst/>
    <dgm:txEffectClrLst/>
  </dgm:styleLbl>
  <dgm:styleLbl name="lnNode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8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0EAFF65-A3B3-45DE-A286-707AD59BEAF4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2762EF31-E083-4B63-8B6D-72EC5BE7C748}">
      <dgm:prSet/>
      <dgm:spPr/>
      <dgm:t>
        <a:bodyPr/>
        <a:lstStyle/>
        <a:p>
          <a:r>
            <a:rPr lang="pt-PT"/>
            <a:t>Introdução</a:t>
          </a:r>
          <a:endParaRPr lang="en-US"/>
        </a:p>
      </dgm:t>
    </dgm:pt>
    <dgm:pt modelId="{D10D11D0-FE88-4082-8BF8-86EC2D12C9DB}" type="parTrans" cxnId="{75A9D66D-635E-4938-A377-5321C5315A03}">
      <dgm:prSet/>
      <dgm:spPr/>
      <dgm:t>
        <a:bodyPr/>
        <a:lstStyle/>
        <a:p>
          <a:endParaRPr lang="en-US"/>
        </a:p>
      </dgm:t>
    </dgm:pt>
    <dgm:pt modelId="{5A4F8D9E-EF90-4146-8D34-4DCF4DAC2541}" type="sibTrans" cxnId="{75A9D66D-635E-4938-A377-5321C5315A03}">
      <dgm:prSet/>
      <dgm:spPr/>
      <dgm:t>
        <a:bodyPr/>
        <a:lstStyle/>
        <a:p>
          <a:endParaRPr lang="en-US"/>
        </a:p>
      </dgm:t>
    </dgm:pt>
    <dgm:pt modelId="{8F6F347B-EDEB-4E95-BA9F-4CFBD2F3FD6D}">
      <dgm:prSet/>
      <dgm:spPr/>
      <dgm:t>
        <a:bodyPr/>
        <a:lstStyle/>
        <a:p>
          <a:r>
            <a:rPr lang="pt-PT" dirty="0"/>
            <a:t>Tema</a:t>
          </a:r>
          <a:endParaRPr lang="en-US" dirty="0"/>
        </a:p>
      </dgm:t>
    </dgm:pt>
    <dgm:pt modelId="{3FC34F64-020F-4960-85B4-AB6533D52823}" type="parTrans" cxnId="{B27A6FFB-AF23-4CC6-90C5-5E0FB8D5369E}">
      <dgm:prSet/>
      <dgm:spPr/>
      <dgm:t>
        <a:bodyPr/>
        <a:lstStyle/>
        <a:p>
          <a:endParaRPr lang="en-US"/>
        </a:p>
      </dgm:t>
    </dgm:pt>
    <dgm:pt modelId="{A9DFF40F-199E-4E59-B283-C26B95137F5A}" type="sibTrans" cxnId="{B27A6FFB-AF23-4CC6-90C5-5E0FB8D5369E}">
      <dgm:prSet/>
      <dgm:spPr/>
      <dgm:t>
        <a:bodyPr/>
        <a:lstStyle/>
        <a:p>
          <a:endParaRPr lang="en-US"/>
        </a:p>
      </dgm:t>
    </dgm:pt>
    <dgm:pt modelId="{46F0633F-0938-443E-9E9E-59292B134CB9}">
      <dgm:prSet/>
      <dgm:spPr/>
      <dgm:t>
        <a:bodyPr/>
        <a:lstStyle/>
        <a:p>
          <a:r>
            <a:rPr lang="pt-PT" dirty="0"/>
            <a:t>Estética</a:t>
          </a:r>
          <a:endParaRPr lang="en-US" dirty="0"/>
        </a:p>
      </dgm:t>
    </dgm:pt>
    <dgm:pt modelId="{F0E8E34B-5F1B-4027-8742-39C7231F60B5}" type="parTrans" cxnId="{BF8C4E84-F94C-4F5A-A3A2-032E2BD6FF83}">
      <dgm:prSet/>
      <dgm:spPr/>
      <dgm:t>
        <a:bodyPr/>
        <a:lstStyle/>
        <a:p>
          <a:endParaRPr lang="en-US"/>
        </a:p>
      </dgm:t>
    </dgm:pt>
    <dgm:pt modelId="{195AD7F5-51E0-49D4-BB24-C43B5243A3D0}" type="sibTrans" cxnId="{BF8C4E84-F94C-4F5A-A3A2-032E2BD6FF83}">
      <dgm:prSet/>
      <dgm:spPr/>
      <dgm:t>
        <a:bodyPr/>
        <a:lstStyle/>
        <a:p>
          <a:endParaRPr lang="en-US"/>
        </a:p>
      </dgm:t>
    </dgm:pt>
    <dgm:pt modelId="{5CD72BBE-7A54-41A4-B401-44164B606A0B}">
      <dgm:prSet/>
      <dgm:spPr/>
      <dgm:t>
        <a:bodyPr/>
        <a:lstStyle/>
        <a:p>
          <a:r>
            <a:rPr lang="pt-PT" dirty="0"/>
            <a:t>Espectativas</a:t>
          </a:r>
          <a:endParaRPr lang="en-US" dirty="0"/>
        </a:p>
      </dgm:t>
    </dgm:pt>
    <dgm:pt modelId="{AA330596-06E4-4E1A-A897-45D1EA8263C8}" type="parTrans" cxnId="{6DC914D1-6DDF-4F0D-98AD-E088BA248087}">
      <dgm:prSet/>
      <dgm:spPr/>
      <dgm:t>
        <a:bodyPr/>
        <a:lstStyle/>
        <a:p>
          <a:endParaRPr lang="en-US"/>
        </a:p>
      </dgm:t>
    </dgm:pt>
    <dgm:pt modelId="{5874E91D-2034-44B5-B24A-1F82456B5B48}" type="sibTrans" cxnId="{6DC914D1-6DDF-4F0D-98AD-E088BA248087}">
      <dgm:prSet/>
      <dgm:spPr/>
      <dgm:t>
        <a:bodyPr/>
        <a:lstStyle/>
        <a:p>
          <a:endParaRPr lang="en-US"/>
        </a:p>
      </dgm:t>
    </dgm:pt>
    <dgm:pt modelId="{EFF00E17-2AC6-451C-B108-2F57B1493097}">
      <dgm:prSet/>
      <dgm:spPr/>
      <dgm:t>
        <a:bodyPr/>
        <a:lstStyle/>
        <a:p>
          <a:r>
            <a:rPr lang="en-US" dirty="0"/>
            <a:t>Estado</a:t>
          </a:r>
        </a:p>
      </dgm:t>
    </dgm:pt>
    <dgm:pt modelId="{92EE9EA5-075A-44AE-9818-E63C4280EEAA}" type="parTrans" cxnId="{0E84F148-9449-4C44-84BD-A5A522225988}">
      <dgm:prSet/>
      <dgm:spPr/>
    </dgm:pt>
    <dgm:pt modelId="{4C075417-C36D-4D9E-AEDE-3C1B6EA635A1}" type="sibTrans" cxnId="{0E84F148-9449-4C44-84BD-A5A522225988}">
      <dgm:prSet/>
      <dgm:spPr/>
    </dgm:pt>
    <dgm:pt modelId="{493ADE71-CFBB-492B-9D60-F414B2381035}" type="pres">
      <dgm:prSet presAssocID="{30EAFF65-A3B3-45DE-A286-707AD59BEAF4}" presName="linear" presStyleCnt="0">
        <dgm:presLayoutVars>
          <dgm:animLvl val="lvl"/>
          <dgm:resizeHandles val="exact"/>
        </dgm:presLayoutVars>
      </dgm:prSet>
      <dgm:spPr/>
    </dgm:pt>
    <dgm:pt modelId="{04CAF956-35AB-4B12-8E02-B136169C6ED4}" type="pres">
      <dgm:prSet presAssocID="{2762EF31-E083-4B63-8B6D-72EC5BE7C748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335393E0-ED93-4CAE-B76F-98664D9DC364}" type="pres">
      <dgm:prSet presAssocID="{5A4F8D9E-EF90-4146-8D34-4DCF4DAC2541}" presName="spacer" presStyleCnt="0"/>
      <dgm:spPr/>
    </dgm:pt>
    <dgm:pt modelId="{A1E2FCD2-F2D6-48C5-8BB7-7B2305953737}" type="pres">
      <dgm:prSet presAssocID="{8F6F347B-EDEB-4E95-BA9F-4CFBD2F3FD6D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2C69D0B0-4C86-421B-B5C4-565D1253A846}" type="pres">
      <dgm:prSet presAssocID="{A9DFF40F-199E-4E59-B283-C26B95137F5A}" presName="spacer" presStyleCnt="0"/>
      <dgm:spPr/>
    </dgm:pt>
    <dgm:pt modelId="{15044774-E085-4BAD-87DE-317A53CE4482}" type="pres">
      <dgm:prSet presAssocID="{46F0633F-0938-443E-9E9E-59292B134CB9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3D896B50-1BD3-44EE-93AC-3545D5567A5B}" type="pres">
      <dgm:prSet presAssocID="{195AD7F5-51E0-49D4-BB24-C43B5243A3D0}" presName="spacer" presStyleCnt="0"/>
      <dgm:spPr/>
    </dgm:pt>
    <dgm:pt modelId="{FF110F65-1805-4453-A3ED-06DCCE6E2209}" type="pres">
      <dgm:prSet presAssocID="{EFF00E17-2AC6-451C-B108-2F57B1493097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4F94C09D-D028-4326-8A7A-FF193CBB50AA}" type="pres">
      <dgm:prSet presAssocID="{4C075417-C36D-4D9E-AEDE-3C1B6EA635A1}" presName="spacer" presStyleCnt="0"/>
      <dgm:spPr/>
    </dgm:pt>
    <dgm:pt modelId="{21128DC2-3DAB-41E7-B8FD-DA320DA44E11}" type="pres">
      <dgm:prSet presAssocID="{5CD72BBE-7A54-41A4-B401-44164B606A0B}" presName="parentText" presStyleLbl="node1" presStyleIdx="4" presStyleCnt="5">
        <dgm:presLayoutVars>
          <dgm:chMax val="0"/>
          <dgm:bulletEnabled val="1"/>
        </dgm:presLayoutVars>
      </dgm:prSet>
      <dgm:spPr/>
    </dgm:pt>
  </dgm:ptLst>
  <dgm:cxnLst>
    <dgm:cxn modelId="{C6056138-21A3-4211-9668-2EEF0BFC7206}" type="presOf" srcId="{46F0633F-0938-443E-9E9E-59292B134CB9}" destId="{15044774-E085-4BAD-87DE-317A53CE4482}" srcOrd="0" destOrd="0" presId="urn:microsoft.com/office/officeart/2005/8/layout/vList2"/>
    <dgm:cxn modelId="{2E912F64-3D2B-4278-877A-11D68EAE5054}" type="presOf" srcId="{30EAFF65-A3B3-45DE-A286-707AD59BEAF4}" destId="{493ADE71-CFBB-492B-9D60-F414B2381035}" srcOrd="0" destOrd="0" presId="urn:microsoft.com/office/officeart/2005/8/layout/vList2"/>
    <dgm:cxn modelId="{0E84F148-9449-4C44-84BD-A5A522225988}" srcId="{30EAFF65-A3B3-45DE-A286-707AD59BEAF4}" destId="{EFF00E17-2AC6-451C-B108-2F57B1493097}" srcOrd="3" destOrd="0" parTransId="{92EE9EA5-075A-44AE-9818-E63C4280EEAA}" sibTransId="{4C075417-C36D-4D9E-AEDE-3C1B6EA635A1}"/>
    <dgm:cxn modelId="{75A9D66D-635E-4938-A377-5321C5315A03}" srcId="{30EAFF65-A3B3-45DE-A286-707AD59BEAF4}" destId="{2762EF31-E083-4B63-8B6D-72EC5BE7C748}" srcOrd="0" destOrd="0" parTransId="{D10D11D0-FE88-4082-8BF8-86EC2D12C9DB}" sibTransId="{5A4F8D9E-EF90-4146-8D34-4DCF4DAC2541}"/>
    <dgm:cxn modelId="{76A67B75-B1A9-4677-A29D-432680A97E66}" type="presOf" srcId="{EFF00E17-2AC6-451C-B108-2F57B1493097}" destId="{FF110F65-1805-4453-A3ED-06DCCE6E2209}" srcOrd="0" destOrd="0" presId="urn:microsoft.com/office/officeart/2005/8/layout/vList2"/>
    <dgm:cxn modelId="{287C2A7B-2523-4693-A6B5-8147D297AECB}" type="presOf" srcId="{2762EF31-E083-4B63-8B6D-72EC5BE7C748}" destId="{04CAF956-35AB-4B12-8E02-B136169C6ED4}" srcOrd="0" destOrd="0" presId="urn:microsoft.com/office/officeart/2005/8/layout/vList2"/>
    <dgm:cxn modelId="{BF8C4E84-F94C-4F5A-A3A2-032E2BD6FF83}" srcId="{30EAFF65-A3B3-45DE-A286-707AD59BEAF4}" destId="{46F0633F-0938-443E-9E9E-59292B134CB9}" srcOrd="2" destOrd="0" parTransId="{F0E8E34B-5F1B-4027-8742-39C7231F60B5}" sibTransId="{195AD7F5-51E0-49D4-BB24-C43B5243A3D0}"/>
    <dgm:cxn modelId="{8AA0DB8B-801A-4BB5-9111-0FB00FF6D63F}" type="presOf" srcId="{8F6F347B-EDEB-4E95-BA9F-4CFBD2F3FD6D}" destId="{A1E2FCD2-F2D6-48C5-8BB7-7B2305953737}" srcOrd="0" destOrd="0" presId="urn:microsoft.com/office/officeart/2005/8/layout/vList2"/>
    <dgm:cxn modelId="{9BC2A0B7-E079-4D2C-8C18-A11877AD7725}" type="presOf" srcId="{5CD72BBE-7A54-41A4-B401-44164B606A0B}" destId="{21128DC2-3DAB-41E7-B8FD-DA320DA44E11}" srcOrd="0" destOrd="0" presId="urn:microsoft.com/office/officeart/2005/8/layout/vList2"/>
    <dgm:cxn modelId="{6DC914D1-6DDF-4F0D-98AD-E088BA248087}" srcId="{30EAFF65-A3B3-45DE-A286-707AD59BEAF4}" destId="{5CD72BBE-7A54-41A4-B401-44164B606A0B}" srcOrd="4" destOrd="0" parTransId="{AA330596-06E4-4E1A-A897-45D1EA8263C8}" sibTransId="{5874E91D-2034-44B5-B24A-1F82456B5B48}"/>
    <dgm:cxn modelId="{B27A6FFB-AF23-4CC6-90C5-5E0FB8D5369E}" srcId="{30EAFF65-A3B3-45DE-A286-707AD59BEAF4}" destId="{8F6F347B-EDEB-4E95-BA9F-4CFBD2F3FD6D}" srcOrd="1" destOrd="0" parTransId="{3FC34F64-020F-4960-85B4-AB6533D52823}" sibTransId="{A9DFF40F-199E-4E59-B283-C26B95137F5A}"/>
    <dgm:cxn modelId="{2A508D29-D101-4B32-B289-A8CD3E87E910}" type="presParOf" srcId="{493ADE71-CFBB-492B-9D60-F414B2381035}" destId="{04CAF956-35AB-4B12-8E02-B136169C6ED4}" srcOrd="0" destOrd="0" presId="urn:microsoft.com/office/officeart/2005/8/layout/vList2"/>
    <dgm:cxn modelId="{3B3E42DF-2EDE-47B7-85C6-173A0A48F698}" type="presParOf" srcId="{493ADE71-CFBB-492B-9D60-F414B2381035}" destId="{335393E0-ED93-4CAE-B76F-98664D9DC364}" srcOrd="1" destOrd="0" presId="urn:microsoft.com/office/officeart/2005/8/layout/vList2"/>
    <dgm:cxn modelId="{6E0E31B3-C1F7-4453-B131-F5E520455DCD}" type="presParOf" srcId="{493ADE71-CFBB-492B-9D60-F414B2381035}" destId="{A1E2FCD2-F2D6-48C5-8BB7-7B2305953737}" srcOrd="2" destOrd="0" presId="urn:microsoft.com/office/officeart/2005/8/layout/vList2"/>
    <dgm:cxn modelId="{AD5047FD-8B88-4EF7-962B-763985987484}" type="presParOf" srcId="{493ADE71-CFBB-492B-9D60-F414B2381035}" destId="{2C69D0B0-4C86-421B-B5C4-565D1253A846}" srcOrd="3" destOrd="0" presId="urn:microsoft.com/office/officeart/2005/8/layout/vList2"/>
    <dgm:cxn modelId="{EA66DD56-6CE7-44FC-9FE2-FBF2AFB0154A}" type="presParOf" srcId="{493ADE71-CFBB-492B-9D60-F414B2381035}" destId="{15044774-E085-4BAD-87DE-317A53CE4482}" srcOrd="4" destOrd="0" presId="urn:microsoft.com/office/officeart/2005/8/layout/vList2"/>
    <dgm:cxn modelId="{350E206B-8CF4-47E0-AA97-0C73B93D5346}" type="presParOf" srcId="{493ADE71-CFBB-492B-9D60-F414B2381035}" destId="{3D896B50-1BD3-44EE-93AC-3545D5567A5B}" srcOrd="5" destOrd="0" presId="urn:microsoft.com/office/officeart/2005/8/layout/vList2"/>
    <dgm:cxn modelId="{AA1BDEE3-AA53-4838-A6CE-EB6446F05DDC}" type="presParOf" srcId="{493ADE71-CFBB-492B-9D60-F414B2381035}" destId="{FF110F65-1805-4453-A3ED-06DCCE6E2209}" srcOrd="6" destOrd="0" presId="urn:microsoft.com/office/officeart/2005/8/layout/vList2"/>
    <dgm:cxn modelId="{7E036F91-1560-4258-A8F2-93DDF14EBCAC}" type="presParOf" srcId="{493ADE71-CFBB-492B-9D60-F414B2381035}" destId="{4F94C09D-D028-4326-8A7A-FF193CBB50AA}" srcOrd="7" destOrd="0" presId="urn:microsoft.com/office/officeart/2005/8/layout/vList2"/>
    <dgm:cxn modelId="{4FD2FB5D-B714-4F9E-B66E-229384B71747}" type="presParOf" srcId="{493ADE71-CFBB-492B-9D60-F414B2381035}" destId="{21128DC2-3DAB-41E7-B8FD-DA320DA44E11}" srcOrd="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CDF9FB20-C3FB-47E3-B8C1-3302F9A3DF77}" type="doc">
      <dgm:prSet loTypeId="urn:microsoft.com/office/officeart/2005/8/layout/default" loCatId="list" qsTypeId="urn:microsoft.com/office/officeart/2005/8/quickstyle/simple1" qsCatId="simple" csTypeId="urn:microsoft.com/office/officeart/2005/8/colors/accent5_2" csCatId="accent5" phldr="1"/>
      <dgm:spPr/>
      <dgm:t>
        <a:bodyPr/>
        <a:lstStyle/>
        <a:p>
          <a:endParaRPr lang="en-US"/>
        </a:p>
      </dgm:t>
    </dgm:pt>
    <dgm:pt modelId="{5B0A95AF-687E-42AB-9127-EE6B2D21555F}">
      <dgm:prSet/>
      <dgm:spPr>
        <a:solidFill>
          <a:srgbClr val="92D050"/>
        </a:solidFill>
      </dgm:spPr>
      <dgm:t>
        <a:bodyPr/>
        <a:lstStyle/>
        <a:p>
          <a:r>
            <a:rPr lang="pt-PT" dirty="0"/>
            <a:t>Implementados</a:t>
          </a:r>
          <a:endParaRPr lang="en-US" dirty="0"/>
        </a:p>
      </dgm:t>
    </dgm:pt>
    <dgm:pt modelId="{846A72DE-6DAE-4D80-AFB2-DD8319B27066}" type="parTrans" cxnId="{1F0C207D-F0FD-4E89-A9B8-115DAE8D4CF1}">
      <dgm:prSet/>
      <dgm:spPr/>
      <dgm:t>
        <a:bodyPr/>
        <a:lstStyle/>
        <a:p>
          <a:endParaRPr lang="en-US"/>
        </a:p>
      </dgm:t>
    </dgm:pt>
    <dgm:pt modelId="{F5E0AED4-4A89-48CD-8D7B-0A6992CF7A01}" type="sibTrans" cxnId="{1F0C207D-F0FD-4E89-A9B8-115DAE8D4CF1}">
      <dgm:prSet/>
      <dgm:spPr/>
      <dgm:t>
        <a:bodyPr/>
        <a:lstStyle/>
        <a:p>
          <a:endParaRPr lang="en-US"/>
        </a:p>
      </dgm:t>
    </dgm:pt>
    <dgm:pt modelId="{4818513E-0B40-4866-A63A-7DF89D21FD27}">
      <dgm:prSet/>
      <dgm:spPr>
        <a:solidFill>
          <a:srgbClr val="FF0000"/>
        </a:solidFill>
      </dgm:spPr>
      <dgm:t>
        <a:bodyPr/>
        <a:lstStyle/>
        <a:p>
          <a:r>
            <a:rPr lang="pt-PT" dirty="0"/>
            <a:t>Não implementados ainda</a:t>
          </a:r>
          <a:endParaRPr lang="en-US" dirty="0"/>
        </a:p>
      </dgm:t>
    </dgm:pt>
    <dgm:pt modelId="{9251AD9D-E1EB-4D04-891B-7253023660F3}" type="parTrans" cxnId="{3A436586-F690-4E9F-BB66-11A7CA13673C}">
      <dgm:prSet/>
      <dgm:spPr/>
      <dgm:t>
        <a:bodyPr/>
        <a:lstStyle/>
        <a:p>
          <a:endParaRPr lang="en-US"/>
        </a:p>
      </dgm:t>
    </dgm:pt>
    <dgm:pt modelId="{5DC0FA0A-DB78-42F4-AC0F-CC91D0AC3676}" type="sibTrans" cxnId="{3A436586-F690-4E9F-BB66-11A7CA13673C}">
      <dgm:prSet/>
      <dgm:spPr/>
      <dgm:t>
        <a:bodyPr/>
        <a:lstStyle/>
        <a:p>
          <a:endParaRPr lang="en-US"/>
        </a:p>
      </dgm:t>
    </dgm:pt>
    <dgm:pt modelId="{CB6885C0-1212-406A-AB29-E26B835BC394}">
      <dgm:prSet/>
      <dgm:spPr>
        <a:solidFill>
          <a:srgbClr val="92D050"/>
        </a:solidFill>
      </dgm:spPr>
      <dgm:t>
        <a:bodyPr/>
        <a:lstStyle/>
        <a:p>
          <a:r>
            <a:rPr lang="pt-PT" dirty="0"/>
            <a:t>3 a 4 imagens por pagina</a:t>
          </a:r>
          <a:endParaRPr lang="en-US" dirty="0"/>
        </a:p>
      </dgm:t>
    </dgm:pt>
    <dgm:pt modelId="{2D3ED232-35D8-40FD-9EAD-E8EDCE2C2DD5}" type="parTrans" cxnId="{51AEC513-4F38-4EF7-BD66-42B313570452}">
      <dgm:prSet/>
      <dgm:spPr/>
      <dgm:t>
        <a:bodyPr/>
        <a:lstStyle/>
        <a:p>
          <a:endParaRPr lang="en-US"/>
        </a:p>
      </dgm:t>
    </dgm:pt>
    <dgm:pt modelId="{D6509142-559D-4A84-9278-3EEC9B888289}" type="sibTrans" cxnId="{51AEC513-4F38-4EF7-BD66-42B313570452}">
      <dgm:prSet/>
      <dgm:spPr/>
      <dgm:t>
        <a:bodyPr/>
        <a:lstStyle/>
        <a:p>
          <a:endParaRPr lang="en-US"/>
        </a:p>
      </dgm:t>
    </dgm:pt>
    <dgm:pt modelId="{1EC2D243-6056-4967-B4D9-4CE86959D694}">
      <dgm:prSet/>
      <dgm:spPr>
        <a:solidFill>
          <a:srgbClr val="FF0000"/>
        </a:solidFill>
      </dgm:spPr>
      <dgm:t>
        <a:bodyPr/>
        <a:lstStyle/>
        <a:p>
          <a:r>
            <a:rPr lang="pt-PT" dirty="0"/>
            <a:t>Explicação do conteúdo da pagina</a:t>
          </a:r>
          <a:endParaRPr lang="en-US" dirty="0"/>
        </a:p>
      </dgm:t>
    </dgm:pt>
    <dgm:pt modelId="{7DECAF08-6973-48AF-ACCC-34E0BCB1D532}" type="parTrans" cxnId="{4539946E-E9BE-4CCF-A237-99EB2E1F9F69}">
      <dgm:prSet/>
      <dgm:spPr/>
      <dgm:t>
        <a:bodyPr/>
        <a:lstStyle/>
        <a:p>
          <a:endParaRPr lang="en-US"/>
        </a:p>
      </dgm:t>
    </dgm:pt>
    <dgm:pt modelId="{38034196-240E-4400-A8FA-C5A5B8EAAA9E}" type="sibTrans" cxnId="{4539946E-E9BE-4CCF-A237-99EB2E1F9F69}">
      <dgm:prSet/>
      <dgm:spPr/>
      <dgm:t>
        <a:bodyPr/>
        <a:lstStyle/>
        <a:p>
          <a:endParaRPr lang="en-US"/>
        </a:p>
      </dgm:t>
    </dgm:pt>
    <dgm:pt modelId="{1C03CE44-59EA-4434-8C91-B8CB9C995B8B}">
      <dgm:prSet/>
      <dgm:spPr>
        <a:solidFill>
          <a:srgbClr val="92D050"/>
        </a:solidFill>
      </dgm:spPr>
      <dgm:t>
        <a:bodyPr/>
        <a:lstStyle/>
        <a:p>
          <a:r>
            <a:rPr lang="pt-PT" dirty="0"/>
            <a:t>4paginas</a:t>
          </a:r>
          <a:endParaRPr lang="en-US" dirty="0"/>
        </a:p>
      </dgm:t>
    </dgm:pt>
    <dgm:pt modelId="{B49D2273-8B8C-4A27-AC2F-E91D7F295587}" type="parTrans" cxnId="{936228B0-C3B5-40B8-826E-14DAF0075D92}">
      <dgm:prSet/>
      <dgm:spPr/>
      <dgm:t>
        <a:bodyPr/>
        <a:lstStyle/>
        <a:p>
          <a:endParaRPr lang="en-US"/>
        </a:p>
      </dgm:t>
    </dgm:pt>
    <dgm:pt modelId="{CA9D4D8E-C9B5-49A9-971A-3EE91BE7ECD6}" type="sibTrans" cxnId="{936228B0-C3B5-40B8-826E-14DAF0075D92}">
      <dgm:prSet/>
      <dgm:spPr/>
      <dgm:t>
        <a:bodyPr/>
        <a:lstStyle/>
        <a:p>
          <a:endParaRPr lang="en-US"/>
        </a:p>
      </dgm:t>
    </dgm:pt>
    <dgm:pt modelId="{BBBB6A1E-2661-41D9-9DC4-57E60BC36B09}">
      <dgm:prSet/>
      <dgm:spPr>
        <a:solidFill>
          <a:srgbClr val="FF0000"/>
        </a:solidFill>
      </dgm:spPr>
      <dgm:t>
        <a:bodyPr/>
        <a:lstStyle/>
        <a:p>
          <a:r>
            <a:rPr lang="pt-PT" dirty="0"/>
            <a:t>Links para sites relevantes</a:t>
          </a:r>
          <a:endParaRPr lang="en-US" dirty="0"/>
        </a:p>
      </dgm:t>
    </dgm:pt>
    <dgm:pt modelId="{D0A271DD-9603-4CD8-A4BB-B70617AD748B}" type="parTrans" cxnId="{C98ACF53-3247-4930-A2A9-78E094A28DA1}">
      <dgm:prSet/>
      <dgm:spPr/>
      <dgm:t>
        <a:bodyPr/>
        <a:lstStyle/>
        <a:p>
          <a:endParaRPr lang="en-US"/>
        </a:p>
      </dgm:t>
    </dgm:pt>
    <dgm:pt modelId="{09BC38D9-72AA-4653-B415-A851D17537A9}" type="sibTrans" cxnId="{C98ACF53-3247-4930-A2A9-78E094A28DA1}">
      <dgm:prSet/>
      <dgm:spPr/>
      <dgm:t>
        <a:bodyPr/>
        <a:lstStyle/>
        <a:p>
          <a:endParaRPr lang="en-US"/>
        </a:p>
      </dgm:t>
    </dgm:pt>
    <dgm:pt modelId="{99C2D389-01F8-427C-9D5A-AD30E0B696DF}" type="pres">
      <dgm:prSet presAssocID="{CDF9FB20-C3FB-47E3-B8C1-3302F9A3DF77}" presName="diagram" presStyleCnt="0">
        <dgm:presLayoutVars>
          <dgm:dir/>
          <dgm:resizeHandles val="exact"/>
        </dgm:presLayoutVars>
      </dgm:prSet>
      <dgm:spPr/>
    </dgm:pt>
    <dgm:pt modelId="{89A2C686-C0F0-4A11-AA1A-CB134D705E40}" type="pres">
      <dgm:prSet presAssocID="{5B0A95AF-687E-42AB-9127-EE6B2D21555F}" presName="node" presStyleLbl="node1" presStyleIdx="0" presStyleCnt="6">
        <dgm:presLayoutVars>
          <dgm:bulletEnabled val="1"/>
        </dgm:presLayoutVars>
      </dgm:prSet>
      <dgm:spPr/>
    </dgm:pt>
    <dgm:pt modelId="{53685972-D306-41A1-B5F8-F72FD196A943}" type="pres">
      <dgm:prSet presAssocID="{F5E0AED4-4A89-48CD-8D7B-0A6992CF7A01}" presName="sibTrans" presStyleCnt="0"/>
      <dgm:spPr/>
    </dgm:pt>
    <dgm:pt modelId="{829E69B3-7048-4883-9FB3-6C7FD703E9DB}" type="pres">
      <dgm:prSet presAssocID="{4818513E-0B40-4866-A63A-7DF89D21FD27}" presName="node" presStyleLbl="node1" presStyleIdx="1" presStyleCnt="6">
        <dgm:presLayoutVars>
          <dgm:bulletEnabled val="1"/>
        </dgm:presLayoutVars>
      </dgm:prSet>
      <dgm:spPr/>
    </dgm:pt>
    <dgm:pt modelId="{2A4D3D89-72D2-4F1B-BD23-C61E6D6D44CF}" type="pres">
      <dgm:prSet presAssocID="{5DC0FA0A-DB78-42F4-AC0F-CC91D0AC3676}" presName="sibTrans" presStyleCnt="0"/>
      <dgm:spPr/>
    </dgm:pt>
    <dgm:pt modelId="{14F5CEE1-0008-4DEC-B489-C344EE86BA84}" type="pres">
      <dgm:prSet presAssocID="{CB6885C0-1212-406A-AB29-E26B835BC394}" presName="node" presStyleLbl="node1" presStyleIdx="2" presStyleCnt="6">
        <dgm:presLayoutVars>
          <dgm:bulletEnabled val="1"/>
        </dgm:presLayoutVars>
      </dgm:prSet>
      <dgm:spPr/>
    </dgm:pt>
    <dgm:pt modelId="{7C0C230B-66BB-4B52-B02D-6A4883656DFB}" type="pres">
      <dgm:prSet presAssocID="{D6509142-559D-4A84-9278-3EEC9B888289}" presName="sibTrans" presStyleCnt="0"/>
      <dgm:spPr/>
    </dgm:pt>
    <dgm:pt modelId="{25C675FC-BCFD-4FC7-B7AE-C49F986DABF0}" type="pres">
      <dgm:prSet presAssocID="{1EC2D243-6056-4967-B4D9-4CE86959D694}" presName="node" presStyleLbl="node1" presStyleIdx="3" presStyleCnt="6">
        <dgm:presLayoutVars>
          <dgm:bulletEnabled val="1"/>
        </dgm:presLayoutVars>
      </dgm:prSet>
      <dgm:spPr/>
    </dgm:pt>
    <dgm:pt modelId="{5311DA79-227C-4883-8CEE-09D6158462C3}" type="pres">
      <dgm:prSet presAssocID="{38034196-240E-4400-A8FA-C5A5B8EAAA9E}" presName="sibTrans" presStyleCnt="0"/>
      <dgm:spPr/>
    </dgm:pt>
    <dgm:pt modelId="{CBAF8BFE-C258-487A-99FA-79EA80E9BF44}" type="pres">
      <dgm:prSet presAssocID="{1C03CE44-59EA-4434-8C91-B8CB9C995B8B}" presName="node" presStyleLbl="node1" presStyleIdx="4" presStyleCnt="6">
        <dgm:presLayoutVars>
          <dgm:bulletEnabled val="1"/>
        </dgm:presLayoutVars>
      </dgm:prSet>
      <dgm:spPr/>
    </dgm:pt>
    <dgm:pt modelId="{6287F69A-E3BC-4B13-B69F-395CC09975C8}" type="pres">
      <dgm:prSet presAssocID="{CA9D4D8E-C9B5-49A9-971A-3EE91BE7ECD6}" presName="sibTrans" presStyleCnt="0"/>
      <dgm:spPr/>
    </dgm:pt>
    <dgm:pt modelId="{DDCA5EE5-D053-4BDB-9B50-1F3F00F866EB}" type="pres">
      <dgm:prSet presAssocID="{BBBB6A1E-2661-41D9-9DC4-57E60BC36B09}" presName="node" presStyleLbl="node1" presStyleIdx="5" presStyleCnt="6">
        <dgm:presLayoutVars>
          <dgm:bulletEnabled val="1"/>
        </dgm:presLayoutVars>
      </dgm:prSet>
      <dgm:spPr/>
    </dgm:pt>
  </dgm:ptLst>
  <dgm:cxnLst>
    <dgm:cxn modelId="{51AEC513-4F38-4EF7-BD66-42B313570452}" srcId="{CDF9FB20-C3FB-47E3-B8C1-3302F9A3DF77}" destId="{CB6885C0-1212-406A-AB29-E26B835BC394}" srcOrd="2" destOrd="0" parTransId="{2D3ED232-35D8-40FD-9EAD-E8EDCE2C2DD5}" sibTransId="{D6509142-559D-4A84-9278-3EEC9B888289}"/>
    <dgm:cxn modelId="{A3A8AD2B-9844-4646-BA0B-B247BDCF239A}" type="presOf" srcId="{1C03CE44-59EA-4434-8C91-B8CB9C995B8B}" destId="{CBAF8BFE-C258-487A-99FA-79EA80E9BF44}" srcOrd="0" destOrd="0" presId="urn:microsoft.com/office/officeart/2005/8/layout/default"/>
    <dgm:cxn modelId="{9AB01637-144D-4B17-B5AF-C742E0C31B74}" type="presOf" srcId="{CDF9FB20-C3FB-47E3-B8C1-3302F9A3DF77}" destId="{99C2D389-01F8-427C-9D5A-AD30E0B696DF}" srcOrd="0" destOrd="0" presId="urn:microsoft.com/office/officeart/2005/8/layout/default"/>
    <dgm:cxn modelId="{31FE923C-4366-4F14-82A0-DE4C00E25579}" type="presOf" srcId="{4818513E-0B40-4866-A63A-7DF89D21FD27}" destId="{829E69B3-7048-4883-9FB3-6C7FD703E9DB}" srcOrd="0" destOrd="0" presId="urn:microsoft.com/office/officeart/2005/8/layout/default"/>
    <dgm:cxn modelId="{3E94AA3F-2B5C-48EC-B716-E1762CD16FEA}" type="presOf" srcId="{5B0A95AF-687E-42AB-9127-EE6B2D21555F}" destId="{89A2C686-C0F0-4A11-AA1A-CB134D705E40}" srcOrd="0" destOrd="0" presId="urn:microsoft.com/office/officeart/2005/8/layout/default"/>
    <dgm:cxn modelId="{4539946E-E9BE-4CCF-A237-99EB2E1F9F69}" srcId="{CDF9FB20-C3FB-47E3-B8C1-3302F9A3DF77}" destId="{1EC2D243-6056-4967-B4D9-4CE86959D694}" srcOrd="3" destOrd="0" parTransId="{7DECAF08-6973-48AF-ACCC-34E0BCB1D532}" sibTransId="{38034196-240E-4400-A8FA-C5A5B8EAAA9E}"/>
    <dgm:cxn modelId="{C98ACF53-3247-4930-A2A9-78E094A28DA1}" srcId="{CDF9FB20-C3FB-47E3-B8C1-3302F9A3DF77}" destId="{BBBB6A1E-2661-41D9-9DC4-57E60BC36B09}" srcOrd="5" destOrd="0" parTransId="{D0A271DD-9603-4CD8-A4BB-B70617AD748B}" sibTransId="{09BC38D9-72AA-4653-B415-A851D17537A9}"/>
    <dgm:cxn modelId="{1F0C207D-F0FD-4E89-A9B8-115DAE8D4CF1}" srcId="{CDF9FB20-C3FB-47E3-B8C1-3302F9A3DF77}" destId="{5B0A95AF-687E-42AB-9127-EE6B2D21555F}" srcOrd="0" destOrd="0" parTransId="{846A72DE-6DAE-4D80-AFB2-DD8319B27066}" sibTransId="{F5E0AED4-4A89-48CD-8D7B-0A6992CF7A01}"/>
    <dgm:cxn modelId="{3D9AF581-2348-44CD-B153-686742911C43}" type="presOf" srcId="{1EC2D243-6056-4967-B4D9-4CE86959D694}" destId="{25C675FC-BCFD-4FC7-B7AE-C49F986DABF0}" srcOrd="0" destOrd="0" presId="urn:microsoft.com/office/officeart/2005/8/layout/default"/>
    <dgm:cxn modelId="{3A436586-F690-4E9F-BB66-11A7CA13673C}" srcId="{CDF9FB20-C3FB-47E3-B8C1-3302F9A3DF77}" destId="{4818513E-0B40-4866-A63A-7DF89D21FD27}" srcOrd="1" destOrd="0" parTransId="{9251AD9D-E1EB-4D04-891B-7253023660F3}" sibTransId="{5DC0FA0A-DB78-42F4-AC0F-CC91D0AC3676}"/>
    <dgm:cxn modelId="{936228B0-C3B5-40B8-826E-14DAF0075D92}" srcId="{CDF9FB20-C3FB-47E3-B8C1-3302F9A3DF77}" destId="{1C03CE44-59EA-4434-8C91-B8CB9C995B8B}" srcOrd="4" destOrd="0" parTransId="{B49D2273-8B8C-4A27-AC2F-E91D7F295587}" sibTransId="{CA9D4D8E-C9B5-49A9-971A-3EE91BE7ECD6}"/>
    <dgm:cxn modelId="{74F1F6B5-D8B6-4492-BA05-F6D919E09E4F}" type="presOf" srcId="{CB6885C0-1212-406A-AB29-E26B835BC394}" destId="{14F5CEE1-0008-4DEC-B489-C344EE86BA84}" srcOrd="0" destOrd="0" presId="urn:microsoft.com/office/officeart/2005/8/layout/default"/>
    <dgm:cxn modelId="{6359CDF3-5E10-4164-A801-EC34D0C412B5}" type="presOf" srcId="{BBBB6A1E-2661-41D9-9DC4-57E60BC36B09}" destId="{DDCA5EE5-D053-4BDB-9B50-1F3F00F866EB}" srcOrd="0" destOrd="0" presId="urn:microsoft.com/office/officeart/2005/8/layout/default"/>
    <dgm:cxn modelId="{850DD946-23C0-4CE6-8C4A-CD341A1E66EF}" type="presParOf" srcId="{99C2D389-01F8-427C-9D5A-AD30E0B696DF}" destId="{89A2C686-C0F0-4A11-AA1A-CB134D705E40}" srcOrd="0" destOrd="0" presId="urn:microsoft.com/office/officeart/2005/8/layout/default"/>
    <dgm:cxn modelId="{6FCBEF13-E55B-490D-B53E-BA70FDF3185F}" type="presParOf" srcId="{99C2D389-01F8-427C-9D5A-AD30E0B696DF}" destId="{53685972-D306-41A1-B5F8-F72FD196A943}" srcOrd="1" destOrd="0" presId="urn:microsoft.com/office/officeart/2005/8/layout/default"/>
    <dgm:cxn modelId="{377A461D-FF65-4158-8403-5674942850F6}" type="presParOf" srcId="{99C2D389-01F8-427C-9D5A-AD30E0B696DF}" destId="{829E69B3-7048-4883-9FB3-6C7FD703E9DB}" srcOrd="2" destOrd="0" presId="urn:microsoft.com/office/officeart/2005/8/layout/default"/>
    <dgm:cxn modelId="{B32090DF-C765-4DB8-8B11-20D5772C5D6E}" type="presParOf" srcId="{99C2D389-01F8-427C-9D5A-AD30E0B696DF}" destId="{2A4D3D89-72D2-4F1B-BD23-C61E6D6D44CF}" srcOrd="3" destOrd="0" presId="urn:microsoft.com/office/officeart/2005/8/layout/default"/>
    <dgm:cxn modelId="{BFA988EE-AD16-47C6-A87E-E46DEB676D29}" type="presParOf" srcId="{99C2D389-01F8-427C-9D5A-AD30E0B696DF}" destId="{14F5CEE1-0008-4DEC-B489-C344EE86BA84}" srcOrd="4" destOrd="0" presId="urn:microsoft.com/office/officeart/2005/8/layout/default"/>
    <dgm:cxn modelId="{0184C26E-73D9-478A-8A39-BD1F6391E65C}" type="presParOf" srcId="{99C2D389-01F8-427C-9D5A-AD30E0B696DF}" destId="{7C0C230B-66BB-4B52-B02D-6A4883656DFB}" srcOrd="5" destOrd="0" presId="urn:microsoft.com/office/officeart/2005/8/layout/default"/>
    <dgm:cxn modelId="{ABA486A2-A116-4942-B153-CABC9766A717}" type="presParOf" srcId="{99C2D389-01F8-427C-9D5A-AD30E0B696DF}" destId="{25C675FC-BCFD-4FC7-B7AE-C49F986DABF0}" srcOrd="6" destOrd="0" presId="urn:microsoft.com/office/officeart/2005/8/layout/default"/>
    <dgm:cxn modelId="{521A7076-F026-4338-B3E7-EC57B12A4FB0}" type="presParOf" srcId="{99C2D389-01F8-427C-9D5A-AD30E0B696DF}" destId="{5311DA79-227C-4883-8CEE-09D6158462C3}" srcOrd="7" destOrd="0" presId="urn:microsoft.com/office/officeart/2005/8/layout/default"/>
    <dgm:cxn modelId="{BFC66297-0294-4510-95C0-FE3E0F62ADFD}" type="presParOf" srcId="{99C2D389-01F8-427C-9D5A-AD30E0B696DF}" destId="{CBAF8BFE-C258-487A-99FA-79EA80E9BF44}" srcOrd="8" destOrd="0" presId="urn:microsoft.com/office/officeart/2005/8/layout/default"/>
    <dgm:cxn modelId="{0BA5014F-A430-409B-A820-73A22D3038C2}" type="presParOf" srcId="{99C2D389-01F8-427C-9D5A-AD30E0B696DF}" destId="{6287F69A-E3BC-4B13-B69F-395CC09975C8}" srcOrd="9" destOrd="0" presId="urn:microsoft.com/office/officeart/2005/8/layout/default"/>
    <dgm:cxn modelId="{4452E117-2905-4F3F-9E9B-B39D5B300888}" type="presParOf" srcId="{99C2D389-01F8-427C-9D5A-AD30E0B696DF}" destId="{DDCA5EE5-D053-4BDB-9B50-1F3F00F866EB}" srcOrd="10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4CAF956-35AB-4B12-8E02-B136169C6ED4}">
      <dsp:nvSpPr>
        <dsp:cNvPr id="0" name=""/>
        <dsp:cNvSpPr/>
      </dsp:nvSpPr>
      <dsp:spPr>
        <a:xfrm>
          <a:off x="0" y="44280"/>
          <a:ext cx="6096000" cy="982799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0020" tIns="160020" rIns="160020" bIns="160020" numCol="1" spcCol="1270" anchor="ctr" anchorCtr="0">
          <a:noAutofit/>
        </a:bodyPr>
        <a:lstStyle/>
        <a:p>
          <a:pPr marL="0" lvl="0" indent="0" algn="l" defTabSz="1866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4200" kern="1200"/>
            <a:t>Introdução</a:t>
          </a:r>
          <a:endParaRPr lang="en-US" sz="4200" kern="1200"/>
        </a:p>
      </dsp:txBody>
      <dsp:txXfrm>
        <a:off x="47976" y="92256"/>
        <a:ext cx="6000048" cy="886847"/>
      </dsp:txXfrm>
    </dsp:sp>
    <dsp:sp modelId="{A1E2FCD2-F2D6-48C5-8BB7-7B2305953737}">
      <dsp:nvSpPr>
        <dsp:cNvPr id="0" name=""/>
        <dsp:cNvSpPr/>
      </dsp:nvSpPr>
      <dsp:spPr>
        <a:xfrm>
          <a:off x="0" y="1148040"/>
          <a:ext cx="6096000" cy="982799"/>
        </a:xfrm>
        <a:prstGeom prst="roundRect">
          <a:avLst/>
        </a:prstGeom>
        <a:solidFill>
          <a:schemeClr val="accent2">
            <a:hueOff val="-378922"/>
            <a:satOff val="-169"/>
            <a:lumOff val="1764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0020" tIns="160020" rIns="160020" bIns="160020" numCol="1" spcCol="1270" anchor="ctr" anchorCtr="0">
          <a:noAutofit/>
        </a:bodyPr>
        <a:lstStyle/>
        <a:p>
          <a:pPr marL="0" lvl="0" indent="0" algn="l" defTabSz="1866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4200" kern="1200" dirty="0"/>
            <a:t>Tema</a:t>
          </a:r>
          <a:endParaRPr lang="en-US" sz="4200" kern="1200" dirty="0"/>
        </a:p>
      </dsp:txBody>
      <dsp:txXfrm>
        <a:off x="47976" y="1196016"/>
        <a:ext cx="6000048" cy="886847"/>
      </dsp:txXfrm>
    </dsp:sp>
    <dsp:sp modelId="{15044774-E085-4BAD-87DE-317A53CE4482}">
      <dsp:nvSpPr>
        <dsp:cNvPr id="0" name=""/>
        <dsp:cNvSpPr/>
      </dsp:nvSpPr>
      <dsp:spPr>
        <a:xfrm>
          <a:off x="0" y="2251800"/>
          <a:ext cx="6096000" cy="982799"/>
        </a:xfrm>
        <a:prstGeom prst="roundRect">
          <a:avLst/>
        </a:prstGeom>
        <a:solidFill>
          <a:schemeClr val="accent2">
            <a:hueOff val="-757845"/>
            <a:satOff val="-337"/>
            <a:lumOff val="3529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0020" tIns="160020" rIns="160020" bIns="160020" numCol="1" spcCol="1270" anchor="ctr" anchorCtr="0">
          <a:noAutofit/>
        </a:bodyPr>
        <a:lstStyle/>
        <a:p>
          <a:pPr marL="0" lvl="0" indent="0" algn="l" defTabSz="1866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4200" kern="1200" dirty="0"/>
            <a:t>Estética</a:t>
          </a:r>
          <a:endParaRPr lang="en-US" sz="4200" kern="1200" dirty="0"/>
        </a:p>
      </dsp:txBody>
      <dsp:txXfrm>
        <a:off x="47976" y="2299776"/>
        <a:ext cx="6000048" cy="886847"/>
      </dsp:txXfrm>
    </dsp:sp>
    <dsp:sp modelId="{FF110F65-1805-4453-A3ED-06DCCE6E2209}">
      <dsp:nvSpPr>
        <dsp:cNvPr id="0" name=""/>
        <dsp:cNvSpPr/>
      </dsp:nvSpPr>
      <dsp:spPr>
        <a:xfrm>
          <a:off x="0" y="3355560"/>
          <a:ext cx="6096000" cy="982799"/>
        </a:xfrm>
        <a:prstGeom prst="roundRect">
          <a:avLst/>
        </a:prstGeom>
        <a:solidFill>
          <a:schemeClr val="accent2">
            <a:hueOff val="-1136767"/>
            <a:satOff val="-506"/>
            <a:lumOff val="5293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0020" tIns="160020" rIns="160020" bIns="160020" numCol="1" spcCol="1270" anchor="ctr" anchorCtr="0">
          <a:noAutofit/>
        </a:bodyPr>
        <a:lstStyle/>
        <a:p>
          <a:pPr marL="0" lvl="0" indent="0" algn="l" defTabSz="1866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200" kern="1200" dirty="0"/>
            <a:t>Estado</a:t>
          </a:r>
        </a:p>
      </dsp:txBody>
      <dsp:txXfrm>
        <a:off x="47976" y="3403536"/>
        <a:ext cx="6000048" cy="886847"/>
      </dsp:txXfrm>
    </dsp:sp>
    <dsp:sp modelId="{21128DC2-3DAB-41E7-B8FD-DA320DA44E11}">
      <dsp:nvSpPr>
        <dsp:cNvPr id="0" name=""/>
        <dsp:cNvSpPr/>
      </dsp:nvSpPr>
      <dsp:spPr>
        <a:xfrm>
          <a:off x="0" y="4459320"/>
          <a:ext cx="6096000" cy="982799"/>
        </a:xfrm>
        <a:prstGeom prst="roundRect">
          <a:avLst/>
        </a:prstGeom>
        <a:solidFill>
          <a:schemeClr val="accent2">
            <a:hueOff val="-1515689"/>
            <a:satOff val="-674"/>
            <a:lumOff val="7057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0020" tIns="160020" rIns="160020" bIns="160020" numCol="1" spcCol="1270" anchor="ctr" anchorCtr="0">
          <a:noAutofit/>
        </a:bodyPr>
        <a:lstStyle/>
        <a:p>
          <a:pPr marL="0" lvl="0" indent="0" algn="l" defTabSz="1866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4200" kern="1200" dirty="0"/>
            <a:t>Espectativas</a:t>
          </a:r>
          <a:endParaRPr lang="en-US" sz="4200" kern="1200" dirty="0"/>
        </a:p>
      </dsp:txBody>
      <dsp:txXfrm>
        <a:off x="47976" y="4507296"/>
        <a:ext cx="6000048" cy="886847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9A2C686-C0F0-4A11-AA1A-CB134D705E40}">
      <dsp:nvSpPr>
        <dsp:cNvPr id="0" name=""/>
        <dsp:cNvSpPr/>
      </dsp:nvSpPr>
      <dsp:spPr>
        <a:xfrm>
          <a:off x="169515" y="1785"/>
          <a:ext cx="2741414" cy="1644848"/>
        </a:xfrm>
        <a:prstGeom prst="rect">
          <a:avLst/>
        </a:prstGeom>
        <a:solidFill>
          <a:srgbClr val="92D05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3100" kern="1200" dirty="0"/>
            <a:t>Implementados</a:t>
          </a:r>
          <a:endParaRPr lang="en-US" sz="3100" kern="1200" dirty="0"/>
        </a:p>
      </dsp:txBody>
      <dsp:txXfrm>
        <a:off x="169515" y="1785"/>
        <a:ext cx="2741414" cy="1644848"/>
      </dsp:txXfrm>
    </dsp:sp>
    <dsp:sp modelId="{829E69B3-7048-4883-9FB3-6C7FD703E9DB}">
      <dsp:nvSpPr>
        <dsp:cNvPr id="0" name=""/>
        <dsp:cNvSpPr/>
      </dsp:nvSpPr>
      <dsp:spPr>
        <a:xfrm>
          <a:off x="3185070" y="1785"/>
          <a:ext cx="2741414" cy="1644848"/>
        </a:xfrm>
        <a:prstGeom prst="rect">
          <a:avLst/>
        </a:prstGeom>
        <a:solidFill>
          <a:srgbClr val="FF000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3100" kern="1200" dirty="0"/>
            <a:t>Não implementados ainda</a:t>
          </a:r>
          <a:endParaRPr lang="en-US" sz="3100" kern="1200" dirty="0"/>
        </a:p>
      </dsp:txBody>
      <dsp:txXfrm>
        <a:off x="3185070" y="1785"/>
        <a:ext cx="2741414" cy="1644848"/>
      </dsp:txXfrm>
    </dsp:sp>
    <dsp:sp modelId="{14F5CEE1-0008-4DEC-B489-C344EE86BA84}">
      <dsp:nvSpPr>
        <dsp:cNvPr id="0" name=""/>
        <dsp:cNvSpPr/>
      </dsp:nvSpPr>
      <dsp:spPr>
        <a:xfrm>
          <a:off x="169515" y="1920775"/>
          <a:ext cx="2741414" cy="1644848"/>
        </a:xfrm>
        <a:prstGeom prst="rect">
          <a:avLst/>
        </a:prstGeom>
        <a:solidFill>
          <a:srgbClr val="92D05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3100" kern="1200" dirty="0"/>
            <a:t>3 a 4 imagens por pagina</a:t>
          </a:r>
          <a:endParaRPr lang="en-US" sz="3100" kern="1200" dirty="0"/>
        </a:p>
      </dsp:txBody>
      <dsp:txXfrm>
        <a:off x="169515" y="1920775"/>
        <a:ext cx="2741414" cy="1644848"/>
      </dsp:txXfrm>
    </dsp:sp>
    <dsp:sp modelId="{25C675FC-BCFD-4FC7-B7AE-C49F986DABF0}">
      <dsp:nvSpPr>
        <dsp:cNvPr id="0" name=""/>
        <dsp:cNvSpPr/>
      </dsp:nvSpPr>
      <dsp:spPr>
        <a:xfrm>
          <a:off x="3185070" y="1920775"/>
          <a:ext cx="2741414" cy="1644848"/>
        </a:xfrm>
        <a:prstGeom prst="rect">
          <a:avLst/>
        </a:prstGeom>
        <a:solidFill>
          <a:srgbClr val="FF000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3100" kern="1200" dirty="0"/>
            <a:t>Explicação do conteúdo da pagina</a:t>
          </a:r>
          <a:endParaRPr lang="en-US" sz="3100" kern="1200" dirty="0"/>
        </a:p>
      </dsp:txBody>
      <dsp:txXfrm>
        <a:off x="3185070" y="1920775"/>
        <a:ext cx="2741414" cy="1644848"/>
      </dsp:txXfrm>
    </dsp:sp>
    <dsp:sp modelId="{CBAF8BFE-C258-487A-99FA-79EA80E9BF44}">
      <dsp:nvSpPr>
        <dsp:cNvPr id="0" name=""/>
        <dsp:cNvSpPr/>
      </dsp:nvSpPr>
      <dsp:spPr>
        <a:xfrm>
          <a:off x="169515" y="3839765"/>
          <a:ext cx="2741414" cy="1644848"/>
        </a:xfrm>
        <a:prstGeom prst="rect">
          <a:avLst/>
        </a:prstGeom>
        <a:solidFill>
          <a:srgbClr val="92D05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3100" kern="1200" dirty="0"/>
            <a:t>4paginas</a:t>
          </a:r>
          <a:endParaRPr lang="en-US" sz="3100" kern="1200" dirty="0"/>
        </a:p>
      </dsp:txBody>
      <dsp:txXfrm>
        <a:off x="169515" y="3839765"/>
        <a:ext cx="2741414" cy="1644848"/>
      </dsp:txXfrm>
    </dsp:sp>
    <dsp:sp modelId="{DDCA5EE5-D053-4BDB-9B50-1F3F00F866EB}">
      <dsp:nvSpPr>
        <dsp:cNvPr id="0" name=""/>
        <dsp:cNvSpPr/>
      </dsp:nvSpPr>
      <dsp:spPr>
        <a:xfrm>
          <a:off x="3185070" y="3839765"/>
          <a:ext cx="2741414" cy="1644848"/>
        </a:xfrm>
        <a:prstGeom prst="rect">
          <a:avLst/>
        </a:prstGeom>
        <a:solidFill>
          <a:srgbClr val="FF000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3100" kern="1200" dirty="0"/>
            <a:t>Links para sites relevantes</a:t>
          </a:r>
          <a:endParaRPr lang="en-US" sz="3100" kern="1200" dirty="0"/>
        </a:p>
      </dsp:txBody>
      <dsp:txXfrm>
        <a:off x="3185070" y="3839765"/>
        <a:ext cx="2741414" cy="164484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A57C3F-0FB2-4B2E-BA6A-FEEEFF1AF7E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57400" y="685801"/>
            <a:ext cx="8115300" cy="3046228"/>
          </a:xfrm>
        </p:spPr>
        <p:txBody>
          <a:bodyPr anchor="b">
            <a:normAutofit/>
          </a:bodyPr>
          <a:lstStyle>
            <a:lvl1pPr algn="ctr">
              <a:defRPr sz="3600" cap="all" spc="3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8583AE9-1CC1-4572-A6E5-E97F80E4766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057400" y="4114800"/>
            <a:ext cx="8115300" cy="2057400"/>
          </a:xfrm>
        </p:spPr>
        <p:txBody>
          <a:bodyPr/>
          <a:lstStyle>
            <a:lvl1pPr marL="0" indent="0" algn="ctr">
              <a:buNone/>
              <a:defRPr sz="2400" i="1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04DE7C-68AB-403D-B9D8-7398C292C6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FEA57E-7C1A-457B-A4CD-5DCEB057B502}" type="datetime1">
              <a:rPr lang="en-US" smtClean="0"/>
              <a:t>5/23/2021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003E50-6613-4D86-AA22-43B14E7279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069AB5-A56D-471F-9236-EFA981E2EA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E28480-1C08-4458-AD97-0283E6FFD09D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223229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49B412-EBAB-4569-B3D9-6B346BF837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486900" cy="1371600"/>
          </a:xfrm>
        </p:spPr>
        <p:txBody>
          <a:bodyPr>
            <a:normAutofit/>
          </a:bodyPr>
          <a:lstStyle>
            <a:lvl1pPr algn="l">
              <a:defRPr sz="3200" cap="all" spc="3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E7C8AE-B0F4-404F-BCAD-A14C18E50D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AA9CAD-DAFB-4DE3-9C41-7FD03EA8D8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1AF2CE-4F37-411C-A3EE-BBBE223265BF}" type="datetime1">
              <a:rPr lang="en-US" smtClean="0"/>
              <a:t>5/23/2021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CE3137-8136-46C5-AC2F-49E5F55E4C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1AB6EF-A0B1-4706-AE44-253A6B182D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E28480-1C08-4458-AD97-0283E6FFD09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95462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C02F68-BF19-468D-B422-54B6D189FA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774071"/>
          </a:xfr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BCBF7D7-84D4-4A39-B44E-9B029EEB1F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641624"/>
            <a:ext cx="10515600" cy="1448026"/>
          </a:xfrm>
        </p:spPr>
        <p:txBody>
          <a:bodyPr/>
          <a:lstStyle>
            <a:lvl1pPr marL="0" indent="0" algn="ctr">
              <a:buNone/>
              <a:defRPr sz="2400" i="1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E29709-D243-41E8-89FA-62FA7AEB52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6083D4-708C-4BB5-B4FD-30CE9FA12FD5}" type="datetime1">
              <a:rPr lang="en-US" smtClean="0"/>
              <a:t>5/23/2021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AB99C0-DC2A-4133-A10D-D43A1E05BB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122EFD-A17E-47F5-8AC9-EFD6D813DB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E28480-1C08-4458-AD97-0283E6FFD09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07831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1C668D-BFBE-4765-A294-8303931B57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46071" y="566278"/>
            <a:ext cx="9512429" cy="965458"/>
          </a:xfrm>
        </p:spPr>
        <p:txBody>
          <a:bodyPr/>
          <a:lstStyle>
            <a:lvl1pPr algn="ctr">
              <a:defRPr cap="all" spc="3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B3C212-F55F-4D0D-BFA7-F00A33CAA19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909758" y="2057400"/>
            <a:ext cx="5031521" cy="41195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154BDD7-2575-4E82-887D-DCAF9EB1592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65408" y="2057401"/>
            <a:ext cx="5016834" cy="41195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CAECC8-3C3A-4A5D-AB7A-1F99E5023D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D239B2-65BC-4C2A-A62B-3EABFE9590E4}" type="datetime1">
              <a:rPr lang="en-US" smtClean="0"/>
              <a:t>5/23/2021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47609B-ACA4-4323-9340-C7DB166D7A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7409EA3-C5C7-4AC6-956A-DB9A3B4F31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E28480-1C08-4458-AD97-0283E6FFD09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5513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E0CDE0-7431-4F05-AA47-F10EB46C96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6"/>
            <a:ext cx="10276552" cy="1149350"/>
          </a:xfrm>
        </p:spPr>
        <p:txBody>
          <a:bodyPr>
            <a:normAutofit/>
          </a:bodyPr>
          <a:lstStyle>
            <a:lvl1pPr algn="ctr">
              <a:defRPr sz="3200" cap="all" spc="3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D9FFA7-D3EA-4CB8-A471-94235AD625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 i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05360D2-88E8-43C8-92D1-67AB23BBE26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5C768F6-20A1-47A1-90FE-903135EEFD5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D555EC1-268F-4324-A003-3608AA0D847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C55C8E4-FCB8-4E06-9C43-0ACD949A73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E05F5A-E4A3-476F-A89E-C2B73F2431E4}" type="datetime1">
              <a:rPr lang="en-US" smtClean="0"/>
              <a:t>5/23/2021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B01C005-C973-4D82-942A-334F1D431A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AFB6186-6570-4DE8-8603-70B0A51DFE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E28480-1C08-4458-AD97-0283E6FFD09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30352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A5ADD3-88C8-4B01-8CC6-808C0E4160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2634E6A-1390-4101-B78E-7592313407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761515-4A26-4F31-9F61-5A10B1FABBFC}" type="datetime1">
              <a:rPr lang="en-US" smtClean="0"/>
              <a:t>5/23/2021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8BC7B90-4C99-4653-872A-3572A02DAE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3B03516-4D31-49D2-9488-33C734A7A4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E28480-1C08-4458-AD97-0283E6FFD09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38103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10D8488-CF25-431B-A87A-AAF141BD0B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75DC65-7D1F-4BAB-9695-F7E734143E14}" type="datetime1">
              <a:rPr lang="en-US" smtClean="0"/>
              <a:t>5/23/2021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A2F58E5-C92D-4C64-B867-0576B1EADD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9216797-ABEC-4FE0-AFDE-36107B9671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E28480-1C08-4458-AD97-0283E6FFD09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13772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68F2B0-990D-418E-9D10-2464E98669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881131-AFFD-4339-9F30-D408B5105C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A7C47F4-7968-4698-8BD3-A583099FAA1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E12BC6F-3996-4B2B-B8F2-DD3A82CCF7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624077-BD55-4036-8E92-6558FDF3B653}" type="datetime1">
              <a:rPr lang="en-US" smtClean="0"/>
              <a:t>5/23/2021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A832E66-581A-4CF2-A40A-4E24FAAC4A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83B1C89-C625-4618-81A2-FB34E4DA07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E28480-1C08-4458-AD97-0283E6FFD09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2050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51486F-443A-4F2D-AB1F-8B1F4C4DE7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3A21213-E7FB-406A-B8CD-735AAC7AD0D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F41A03-500E-49F7-8D99-A1EAFE4D340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391523D-69E9-4EAE-A610-B3A237B758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4225F2-7107-4609-BCC2-77C63064A5E8}" type="datetime1">
              <a:rPr lang="en-US" smtClean="0"/>
              <a:t>5/23/2021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EDB852F-4134-4AB5-BA87-483B1E1ADD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34C5CB-918E-4A09-8222-D36E37B63C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E28480-1C08-4458-AD97-0283E6FFD09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9663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02744C-12E6-455B-B646-2EA92DE0E9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7D71C4D-C062-4EEE-9A9A-31ADCC5C876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44DC97-C26E-407A-9E29-68C52D547B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789749-A4CD-447F-8298-2B7988C91CEA}" type="datetime1">
              <a:rPr lang="en-US" smtClean="0"/>
              <a:t>5/23/2021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2E9353-B771-47FF-975E-72337414E0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A5A858-B8B2-4364-A7D0-B2E8FAE0AD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E28480-1C08-4458-AD97-0283E6FFD09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3621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2A6BABE-D80C-4F54-A03C-E1F9EBCA832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9285191-EF5B-48BE-AB5D-B7BA4C3D093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FA387A-1231-4FE3-8574-D4331A3432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0444D3-C0BA-4587-A56C-581AB9F841BE}" type="datetime1">
              <a:rPr lang="en-US" smtClean="0"/>
              <a:t>5/23/2021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F21559-4901-4AD3-ABE7-DF02354573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F6C18E-B751-4E7B-9CD8-1BF44DAB80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E28480-1C08-4458-AD97-0283E6FFD09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38578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3AA0686-7BAC-45C0-BA30-0D0CBCE5CE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486900" cy="13716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34202DE-82CD-407D-8C68-174B0CBB57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71599" y="2254103"/>
            <a:ext cx="9486901" cy="391809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54AC9D-6E1B-46D3-959F-A068A1EDBDB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5400000">
            <a:off x="9800022" y="3223751"/>
            <a:ext cx="4114801" cy="4105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spc="300" baseline="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fld id="{D3FE42E8-8B57-452D-A122-4DCE9AC771EF}" type="datetime1">
              <a:rPr lang="en-US" smtClean="0"/>
              <a:t>5/23/2021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FC0015-9EFB-40F8-BC00-AC2483D6090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5400000">
            <a:off x="-1708136" y="3223750"/>
            <a:ext cx="4114800" cy="4105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spc="300" baseline="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72C732-0E3E-49E0-A72E-D4C08CB4455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16340" y="6356350"/>
            <a:ext cx="87186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spc="3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fld id="{F8E28480-1C08-4458-AD97-0283E6FFD09D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65899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4" r:id="rId1"/>
    <p:sldLayoutId id="2147483695" r:id="rId2"/>
    <p:sldLayoutId id="2147483696" r:id="rId3"/>
    <p:sldLayoutId id="2147483697" r:id="rId4"/>
    <p:sldLayoutId id="2147483698" r:id="rId5"/>
    <p:sldLayoutId id="2147483692" r:id="rId6"/>
    <p:sldLayoutId id="2147483688" r:id="rId7"/>
    <p:sldLayoutId id="2147483689" r:id="rId8"/>
    <p:sldLayoutId id="2147483690" r:id="rId9"/>
    <p:sldLayoutId id="2147483691" r:id="rId10"/>
    <p:sldLayoutId id="2147483693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SzPct val="70000"/>
        <a:buFont typeface="Arial" panose="020B0604020202020204" pitchFamily="34" charset="0"/>
        <a:buChar char="•"/>
        <a:defRPr sz="2400" kern="1200">
          <a:solidFill>
            <a:schemeClr val="tx2"/>
          </a:solidFill>
          <a:latin typeface="+mj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500"/>
        </a:spcBef>
        <a:buSzPct val="70000"/>
        <a:buFont typeface="Arial" panose="020B0604020202020204" pitchFamily="34" charset="0"/>
        <a:buChar char="•"/>
        <a:defRPr sz="2000" kern="1200">
          <a:solidFill>
            <a:schemeClr val="tx2"/>
          </a:solidFill>
          <a:latin typeface="+mj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500"/>
        </a:spcBef>
        <a:buSzPct val="70000"/>
        <a:buFont typeface="Arial" panose="020B0604020202020204" pitchFamily="34" charset="0"/>
        <a:buChar char="•"/>
        <a:defRPr sz="1800" kern="1200">
          <a:solidFill>
            <a:schemeClr val="tx2"/>
          </a:solidFill>
          <a:latin typeface="+mj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500"/>
        </a:spcBef>
        <a:buSzPct val="70000"/>
        <a:buFont typeface="Arial" panose="020B0604020202020204" pitchFamily="34" charset="0"/>
        <a:buChar char="•"/>
        <a:defRPr sz="1600" kern="1200">
          <a:solidFill>
            <a:schemeClr val="tx2"/>
          </a:solidFill>
          <a:latin typeface="+mj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500"/>
        </a:spcBef>
        <a:buSzPct val="70000"/>
        <a:buFont typeface="Arial" panose="020B0604020202020204" pitchFamily="34" charset="0"/>
        <a:buChar char="•"/>
        <a:defRPr sz="1600" kern="1200">
          <a:solidFill>
            <a:schemeClr val="tx2"/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AFD23066-E0E4-4A0C-B554-B9F2A91912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5D2E6F5-4096-40AF-B31C-B6FBEEFFB1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71600" y="1371600"/>
            <a:ext cx="3390900" cy="4114800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9036927A-8465-47B6-885E-2CB1496046D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38179" y="1777217"/>
            <a:ext cx="2541564" cy="2108983"/>
          </a:xfrm>
        </p:spPr>
        <p:txBody>
          <a:bodyPr>
            <a:normAutofit/>
          </a:bodyPr>
          <a:lstStyle/>
          <a:p>
            <a:r>
              <a:rPr lang="pt-PT" sz="2700" dirty="0">
                <a:solidFill>
                  <a:schemeClr val="bg2"/>
                </a:solidFill>
              </a:rPr>
              <a:t>Relatório da PAA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E0823AF-8FC3-4E57-921E-562160D7331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00665" y="4114800"/>
            <a:ext cx="2579077" cy="1076178"/>
          </a:xfrm>
        </p:spPr>
        <p:txBody>
          <a:bodyPr>
            <a:normAutofit/>
          </a:bodyPr>
          <a:lstStyle/>
          <a:p>
            <a:r>
              <a:rPr lang="pt-PT" sz="2000">
                <a:solidFill>
                  <a:schemeClr val="bg1"/>
                </a:solidFill>
              </a:rPr>
              <a:t>Ricardo Augusto 12ºI nº954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FF84A54-37B7-47AA-B29C-54B7398D938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0547" r="22787"/>
          <a:stretch/>
        </p:blipFill>
        <p:spPr>
          <a:xfrm>
            <a:off x="6096001" y="10"/>
            <a:ext cx="6096000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1443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ECD538B8-489B-407A-A760-436DB4C563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5800" y="685800"/>
            <a:ext cx="4076700" cy="5486400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5D7974DB-EF0E-4861-8C3C-0FB11ED229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1371600"/>
            <a:ext cx="2705100" cy="4114800"/>
          </a:xfrm>
        </p:spPr>
        <p:txBody>
          <a:bodyPr anchor="ctr">
            <a:normAutofit/>
          </a:bodyPr>
          <a:lstStyle/>
          <a:p>
            <a:pPr algn="ctr"/>
            <a:r>
              <a:rPr lang="pt-PT" dirty="0">
                <a:solidFill>
                  <a:schemeClr val="bg2"/>
                </a:solidFill>
              </a:rPr>
              <a:t>Tópicos</a:t>
            </a:r>
          </a:p>
        </p:txBody>
      </p:sp>
      <p:graphicFrame>
        <p:nvGraphicFramePr>
          <p:cNvPr id="14" name="Marcador de Posição de Conteúdo 2">
            <a:extLst>
              <a:ext uri="{FF2B5EF4-FFF2-40B4-BE49-F238E27FC236}">
                <a16:creationId xmlns:a16="http://schemas.microsoft.com/office/drawing/2014/main" id="{CFF59569-5926-45AA-9A2E-8B925FAE8C0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19882601"/>
              </p:ext>
            </p:extLst>
          </p:nvPr>
        </p:nvGraphicFramePr>
        <p:xfrm>
          <a:off x="5410200" y="685800"/>
          <a:ext cx="6096000" cy="54864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2370907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8BBC959F-CAB6-4E23-81DE-E0BBF2B7E0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A94DEED-5E0F-4E41-A445-58C14864C3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076700" cy="6858000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D2CF3DCA-2FA4-447C-9B0C-3930A375C4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1371600"/>
            <a:ext cx="2742028" cy="4114800"/>
          </a:xfrm>
        </p:spPr>
        <p:txBody>
          <a:bodyPr anchor="ctr">
            <a:normAutofit/>
          </a:bodyPr>
          <a:lstStyle/>
          <a:p>
            <a:pPr algn="ctr"/>
            <a:r>
              <a:rPr lang="pt-PT" sz="2500">
                <a:solidFill>
                  <a:schemeClr val="bg2"/>
                </a:solidFill>
              </a:rPr>
              <a:t>Introdução 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E1FEFA6-7D4F-4746-AE64-D4D52FE76D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62500" y="685800"/>
            <a:ext cx="6743700" cy="5486400"/>
          </a:xfrm>
          <a:prstGeom prst="rect">
            <a:avLst/>
          </a:prstGeom>
          <a:solidFill>
            <a:schemeClr val="tx2">
              <a:lumMod val="75000"/>
              <a:lumOff val="25000"/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C5EFE594-13D6-4628-A640-FCFB526D4D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10963" y="1270591"/>
            <a:ext cx="5631357" cy="4364666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endParaRPr lang="pt-PT" sz="2000" dirty="0"/>
          </a:p>
          <a:p>
            <a:pPr marL="0" indent="0">
              <a:buNone/>
            </a:pPr>
            <a:endParaRPr lang="pt-PT" sz="2000" dirty="0"/>
          </a:p>
        </p:txBody>
      </p:sp>
    </p:spTree>
    <p:extLst>
      <p:ext uri="{BB962C8B-B14F-4D97-AF65-F5344CB8AC3E}">
        <p14:creationId xmlns:p14="http://schemas.microsoft.com/office/powerpoint/2010/main" val="40607390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EFF9146B-4CCD-4CDB-AB9C-458005307E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E1FEFA6-7D4F-4746-AE64-D4D52FE76D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BF8DA3CF-9D4B-403A-9AD4-BB177DAB6C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5800" y="685800"/>
            <a:ext cx="10820400" cy="54864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C1D3EA7A-3552-47D2-9289-B41CF00BD6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1010097"/>
            <a:ext cx="9486901" cy="1010088"/>
          </a:xfrm>
        </p:spPr>
        <p:txBody>
          <a:bodyPr anchor="b">
            <a:normAutofit/>
          </a:bodyPr>
          <a:lstStyle/>
          <a:p>
            <a:pPr algn="ctr"/>
            <a:r>
              <a:rPr lang="pt-PT" dirty="0"/>
              <a:t>Tema</a:t>
            </a:r>
            <a:endParaRPr lang="pt-PT"/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010B4616-EC94-48AD-B473-4275066C78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2206257"/>
            <a:ext cx="9486901" cy="3540642"/>
          </a:xfrm>
        </p:spPr>
        <p:txBody>
          <a:bodyPr>
            <a:normAutofit/>
          </a:bodyPr>
          <a:lstStyle/>
          <a:p>
            <a:r>
              <a:rPr lang="pt-PT" dirty="0"/>
              <a:t>Entretenimento </a:t>
            </a:r>
          </a:p>
          <a:p>
            <a:r>
              <a:rPr lang="pt-PT" dirty="0"/>
              <a:t>Japonês</a:t>
            </a:r>
          </a:p>
        </p:txBody>
      </p:sp>
    </p:spTree>
    <p:extLst>
      <p:ext uri="{BB962C8B-B14F-4D97-AF65-F5344CB8AC3E}">
        <p14:creationId xmlns:p14="http://schemas.microsoft.com/office/powerpoint/2010/main" val="22212287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ECD538B8-489B-407A-A760-436DB4C563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5800" y="685800"/>
            <a:ext cx="4076700" cy="5486400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C14C1CB0-9E44-44CD-9DEA-97C5F942F6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1371600"/>
            <a:ext cx="2705100" cy="4114800"/>
          </a:xfrm>
        </p:spPr>
        <p:txBody>
          <a:bodyPr anchor="ctr">
            <a:normAutofit/>
          </a:bodyPr>
          <a:lstStyle/>
          <a:p>
            <a:pPr algn="ctr"/>
            <a:r>
              <a:rPr lang="pt-PT">
                <a:solidFill>
                  <a:schemeClr val="bg2"/>
                </a:solidFill>
              </a:rPr>
              <a:t>Estética</a:t>
            </a:r>
          </a:p>
        </p:txBody>
      </p:sp>
      <p:graphicFrame>
        <p:nvGraphicFramePr>
          <p:cNvPr id="5" name="Marcador de Posição de Conteúdo 2">
            <a:extLst>
              <a:ext uri="{FF2B5EF4-FFF2-40B4-BE49-F238E27FC236}">
                <a16:creationId xmlns:a16="http://schemas.microsoft.com/office/drawing/2014/main" id="{D800D2E9-195D-4DB2-910B-4B642A02F5A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90841669"/>
              </p:ext>
            </p:extLst>
          </p:nvPr>
        </p:nvGraphicFramePr>
        <p:xfrm>
          <a:off x="5410200" y="685800"/>
          <a:ext cx="6096000" cy="54864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8495792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97C478F1-26B5-44C9-823B-523B85B112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337CC61-9E93-4D80-9F1C-12CE9A0C07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762500" cy="6858000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19C07370-A281-4B5C-898C-A6F1FE6275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2818" y="685801"/>
            <a:ext cx="3057379" cy="3046228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3600" kern="1200" cap="all" spc="300" baseline="0" dirty="0">
                <a:solidFill>
                  <a:schemeClr val="bg2"/>
                </a:solidFill>
                <a:latin typeface="+mj-lt"/>
                <a:ea typeface="+mj-ea"/>
                <a:cs typeface="+mj-cs"/>
              </a:rPr>
              <a:t>Estado </a:t>
            </a:r>
            <a:r>
              <a:rPr lang="en-US" sz="3600" kern="1200" cap="all" spc="300" baseline="0" dirty="0" err="1">
                <a:solidFill>
                  <a:schemeClr val="bg2"/>
                </a:solidFill>
                <a:latin typeface="+mj-lt"/>
                <a:ea typeface="+mj-ea"/>
                <a:cs typeface="+mj-cs"/>
              </a:rPr>
              <a:t>Atual</a:t>
            </a:r>
            <a:endParaRPr lang="en-US" sz="3600" kern="1200" cap="all" spc="300" baseline="0" dirty="0">
              <a:solidFill>
                <a:schemeClr val="bg2"/>
              </a:solidFill>
              <a:latin typeface="+mj-l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0469456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3F5ED762-87A9-4432-9372-C63D1D3999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227E7CE-3860-417D-BFB8-9C0D915E12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1"/>
            <a:ext cx="6096000" cy="6857999"/>
          </a:xfrm>
          <a:prstGeom prst="rect">
            <a:avLst/>
          </a:prstGeom>
          <a:solidFill>
            <a:schemeClr val="tx2">
              <a:lumMod val="75000"/>
              <a:lumOff val="25000"/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0A728F4-0AE8-41AC-91AF-ECA038ACF6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Marcador de Posição de Conteúdo 8" descr="Uma imagem com texto&#10;&#10;Descrição gerada automaticamente">
            <a:extLst>
              <a:ext uri="{FF2B5EF4-FFF2-40B4-BE49-F238E27FC236}">
                <a16:creationId xmlns:a16="http://schemas.microsoft.com/office/drawing/2014/main" id="{A7FF85F8-BBA1-4E4D-BA39-D989E8FC25C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362" b="1"/>
          <a:stretch/>
        </p:blipFill>
        <p:spPr>
          <a:xfrm>
            <a:off x="685800" y="685800"/>
            <a:ext cx="10820399" cy="54863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78063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3F5ED762-87A9-4432-9372-C63D1D3999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C227E7CE-3860-417D-BFB8-9C0D915E12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1"/>
            <a:ext cx="6096000" cy="6857999"/>
          </a:xfrm>
          <a:prstGeom prst="rect">
            <a:avLst/>
          </a:prstGeom>
          <a:solidFill>
            <a:schemeClr val="tx2">
              <a:lumMod val="75000"/>
              <a:lumOff val="25000"/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80A728F4-0AE8-41AC-91AF-ECA038ACF6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Marcador de Posição de Conteúdo 8" descr="Uma imagem com texto, colorido, coberto, pintado&#10;&#10;Descrição gerada automaticamente">
            <a:extLst>
              <a:ext uri="{FF2B5EF4-FFF2-40B4-BE49-F238E27FC236}">
                <a16:creationId xmlns:a16="http://schemas.microsoft.com/office/drawing/2014/main" id="{174963D8-86AF-4969-B44D-DFBFD98B99D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49" r="2513" b="1"/>
          <a:stretch/>
        </p:blipFill>
        <p:spPr>
          <a:xfrm>
            <a:off x="685800" y="685800"/>
            <a:ext cx="10820399" cy="54863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21229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F5ED762-87A9-4432-9372-C63D1D3999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227E7CE-3860-417D-BFB8-9C0D915E12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1"/>
            <a:ext cx="6096000" cy="6857999"/>
          </a:xfrm>
          <a:prstGeom prst="rect">
            <a:avLst/>
          </a:prstGeom>
          <a:solidFill>
            <a:schemeClr val="tx2">
              <a:lumMod val="75000"/>
              <a:lumOff val="25000"/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0A728F4-0AE8-41AC-91AF-ECA038ACF6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Marcador de Posição de Conteúdo 4" descr="Uma imagem com texto, colorido, diferente, captura de ecrã&#10;&#10;Descrição gerada automaticamente">
            <a:extLst>
              <a:ext uri="{FF2B5EF4-FFF2-40B4-BE49-F238E27FC236}">
                <a16:creationId xmlns:a16="http://schemas.microsoft.com/office/drawing/2014/main" id="{787E6615-1CBE-4803-A4F1-7D43793E4EB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362" b="1"/>
          <a:stretch/>
        </p:blipFill>
        <p:spPr>
          <a:xfrm>
            <a:off x="685800" y="685800"/>
            <a:ext cx="10820399" cy="54863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492020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F5ED762-87A9-4432-9372-C63D1D3999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227E7CE-3860-417D-BFB8-9C0D915E12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1"/>
            <a:ext cx="6096000" cy="6857999"/>
          </a:xfrm>
          <a:prstGeom prst="rect">
            <a:avLst/>
          </a:prstGeom>
          <a:solidFill>
            <a:schemeClr val="tx2">
              <a:lumMod val="75000"/>
              <a:lumOff val="25000"/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0A728F4-0AE8-41AC-91AF-ECA038ACF6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Marcador de Posição de Conteúdo 4" descr="Uma imagem com texto, colorido, diferente, pintura&#10;&#10;Descrição gerada automaticamente">
            <a:extLst>
              <a:ext uri="{FF2B5EF4-FFF2-40B4-BE49-F238E27FC236}">
                <a16:creationId xmlns:a16="http://schemas.microsoft.com/office/drawing/2014/main" id="{5268891C-155B-4F31-8A30-41A0058F76A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9" r="2203" b="1"/>
          <a:stretch/>
        </p:blipFill>
        <p:spPr>
          <a:xfrm>
            <a:off x="685800" y="685800"/>
            <a:ext cx="10820399" cy="54863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134051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4FEFA976-0132-4AF3-B3A3-B2D1C89C6E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5BA7CAF-5EE9-4EEE-9E12-B2CECCB94D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EC199F73-795E-469A-AF4B-13FA2C7AB7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71600" y="1371600"/>
            <a:ext cx="9486900" cy="411480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7870853F-E73C-4C3D-A162-E709607266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57400" y="1924493"/>
            <a:ext cx="8115300" cy="1774204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3600" kern="1200" cap="all" spc="300" baseline="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Espectativas</a:t>
            </a:r>
          </a:p>
        </p:txBody>
      </p:sp>
    </p:spTree>
    <p:extLst>
      <p:ext uri="{BB962C8B-B14F-4D97-AF65-F5344CB8AC3E}">
        <p14:creationId xmlns:p14="http://schemas.microsoft.com/office/powerpoint/2010/main" val="21200694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4FEFA976-0132-4AF3-B3A3-B2D1C89C6E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5BA7CAF-5EE9-4EEE-9E12-B2CECCB94D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EC199F73-795E-469A-AF4B-13FA2C7AB7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71600" y="1371600"/>
            <a:ext cx="9486900" cy="411480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E44021DB-C1D1-4CE2-B54A-D3D93A54CD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57400" y="1924493"/>
            <a:ext cx="8115300" cy="1774204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3600" kern="1200" cap="all" spc="300" baseline="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Pergutas</a:t>
            </a:r>
          </a:p>
        </p:txBody>
      </p:sp>
    </p:spTree>
    <p:extLst>
      <p:ext uri="{BB962C8B-B14F-4D97-AF65-F5344CB8AC3E}">
        <p14:creationId xmlns:p14="http://schemas.microsoft.com/office/powerpoint/2010/main" val="178813591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4FEFA976-0132-4AF3-B3A3-B2D1C89C6E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5BA7CAF-5EE9-4EEE-9E12-B2CECCB94D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EC199F73-795E-469A-AF4B-13FA2C7AB7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71600" y="1371600"/>
            <a:ext cx="9486900" cy="411480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8786A1BF-513D-4311-9DA8-8CA2D207F0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57400" y="1924493"/>
            <a:ext cx="8115300" cy="1774204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3600" kern="1200" cap="all" spc="300" baseline="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FInal</a:t>
            </a:r>
          </a:p>
        </p:txBody>
      </p:sp>
    </p:spTree>
    <p:extLst>
      <p:ext uri="{BB962C8B-B14F-4D97-AF65-F5344CB8AC3E}">
        <p14:creationId xmlns:p14="http://schemas.microsoft.com/office/powerpoint/2010/main" val="2683869955"/>
      </p:ext>
    </p:extLst>
  </p:cSld>
  <p:clrMapOvr>
    <a:masterClrMapping/>
  </p:clrMapOvr>
</p:sld>
</file>

<file path=ppt/theme/theme1.xml><?xml version="1.0" encoding="utf-8"?>
<a:theme xmlns:a="http://schemas.openxmlformats.org/drawingml/2006/main" name="ClassicFrameVTI">
  <a:themeElements>
    <a:clrScheme name="AnalogousFromDarkSeedLeftStep">
      <a:dk1>
        <a:srgbClr val="000000"/>
      </a:dk1>
      <a:lt1>
        <a:srgbClr val="FFFFFF"/>
      </a:lt1>
      <a:dk2>
        <a:srgbClr val="382028"/>
      </a:dk2>
      <a:lt2>
        <a:srgbClr val="E2E3E8"/>
      </a:lt2>
      <a:accent1>
        <a:srgbClr val="AFA21F"/>
      </a:accent1>
      <a:accent2>
        <a:srgbClr val="D57417"/>
      </a:accent2>
      <a:accent3>
        <a:srgbClr val="E73629"/>
      </a:accent3>
      <a:accent4>
        <a:srgbClr val="D51759"/>
      </a:accent4>
      <a:accent5>
        <a:srgbClr val="E729BA"/>
      </a:accent5>
      <a:accent6>
        <a:srgbClr val="B317D5"/>
      </a:accent6>
      <a:hlink>
        <a:srgbClr val="BF3F8B"/>
      </a:hlink>
      <a:folHlink>
        <a:srgbClr val="7F7F7F"/>
      </a:folHlink>
    </a:clrScheme>
    <a:fontScheme name="Goudy and Gill Sans">
      <a:majorFont>
        <a:latin typeface="Goudy Old Style"/>
        <a:ea typeface=""/>
        <a:cs typeface=""/>
      </a:majorFont>
      <a:minorFont>
        <a:latin typeface="Gill Sans M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lassicFrameVTI" id="{4FA2A165-EC65-4FB0-B019-8C8876A1D8E3}" vid="{9D78F1F1-8226-42FD-A1A3-975EDF6D60F8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50</TotalTime>
  <Words>43</Words>
  <Application>Microsoft Office PowerPoint</Application>
  <PresentationFormat>Ecrã Panorâmico</PresentationFormat>
  <Paragraphs>23</Paragraphs>
  <Slides>13</Slides>
  <Notes>0</Notes>
  <HiddenSlides>0</HiddenSlides>
  <MMClips>0</MMClips>
  <ScaleCrop>false</ScaleCrop>
  <HeadingPairs>
    <vt:vector size="6" baseType="variant">
      <vt:variant>
        <vt:lpstr>Tipos de letra usados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dos diapositivos</vt:lpstr>
      </vt:variant>
      <vt:variant>
        <vt:i4>13</vt:i4>
      </vt:variant>
    </vt:vector>
  </HeadingPairs>
  <TitlesOfParts>
    <vt:vector size="17" baseType="lpstr">
      <vt:lpstr>Arial</vt:lpstr>
      <vt:lpstr>Gill Sans MT</vt:lpstr>
      <vt:lpstr>Goudy Old Style</vt:lpstr>
      <vt:lpstr>ClassicFrameVTI</vt:lpstr>
      <vt:lpstr>Relatório da PAA</vt:lpstr>
      <vt:lpstr>Tópicos</vt:lpstr>
      <vt:lpstr>Introdução </vt:lpstr>
      <vt:lpstr>Tema</vt:lpstr>
      <vt:lpstr>Estética</vt:lpstr>
      <vt:lpstr>Estado Atual</vt:lpstr>
      <vt:lpstr>Apresentação do PowerPoint</vt:lpstr>
      <vt:lpstr>Apresentação do PowerPoint</vt:lpstr>
      <vt:lpstr>Apresentação do PowerPoint</vt:lpstr>
      <vt:lpstr>Apresentação do PowerPoint</vt:lpstr>
      <vt:lpstr>Espectativas</vt:lpstr>
      <vt:lpstr>Pergutas</vt:lpstr>
      <vt:lpstr>FInal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Relatório dA PAA</dc:title>
  <dc:creator>Ricardo Augusto</dc:creator>
  <cp:lastModifiedBy>Ricardo Augusto</cp:lastModifiedBy>
  <cp:revision>5</cp:revision>
  <dcterms:created xsi:type="dcterms:W3CDTF">2021-05-23T14:28:08Z</dcterms:created>
  <dcterms:modified xsi:type="dcterms:W3CDTF">2021-05-23T15:18:54Z</dcterms:modified>
</cp:coreProperties>
</file>